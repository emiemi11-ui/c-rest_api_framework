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Sniglet" charset="1" panose="04070505030100020000"/>
      <p:regular r:id="rId19"/>
    </p:embeddedFont>
    <p:embeddedFont>
      <p:font typeface="Poppins" charset="1" panose="00000500000000000000"/>
      <p:regular r:id="rId20"/>
    </p:embeddedFont>
    <p:embeddedFont>
      <p:font typeface="DejaVu Serif Bold" charset="1" panose="02060803050605020204"/>
      <p:regular r:id="rId21"/>
    </p:embeddedFont>
    <p:embeddedFont>
      <p:font typeface="Poppins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6167" y="1548663"/>
            <a:ext cx="2338040" cy="233804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91905" y="2256418"/>
            <a:ext cx="9152969" cy="39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94"/>
              </a:lnSpc>
            </a:pPr>
            <a:r>
              <a:rPr lang="en-US" sz="1121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C++ REST API FRAMEWORK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791821" y="4157133"/>
            <a:ext cx="7140770" cy="71407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94381" y="3070886"/>
            <a:ext cx="4895539" cy="5168036"/>
          </a:xfrm>
          <a:custGeom>
            <a:avLst/>
            <a:gdLst/>
            <a:ahLst/>
            <a:cxnLst/>
            <a:rect r="r" b="b" t="t" l="l"/>
            <a:pathLst>
              <a:path h="5168036" w="4895539">
                <a:moveTo>
                  <a:pt x="0" y="0"/>
                </a:moveTo>
                <a:lnTo>
                  <a:pt x="4895539" y="0"/>
                </a:lnTo>
                <a:lnTo>
                  <a:pt x="4895539" y="5168035"/>
                </a:lnTo>
                <a:lnTo>
                  <a:pt x="0" y="5168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656694"/>
            <a:ext cx="2357470" cy="406320"/>
            <a:chOff x="0" y="0"/>
            <a:chExt cx="620898" cy="1070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0898" cy="107014"/>
            </a:xfrm>
            <a:custGeom>
              <a:avLst/>
              <a:gdLst/>
              <a:ahLst/>
              <a:cxnLst/>
              <a:rect r="r" b="b" t="t" l="l"/>
              <a:pathLst>
                <a:path h="107014" w="620898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442150" y="656694"/>
            <a:ext cx="2817150" cy="426398"/>
            <a:chOff x="0" y="0"/>
            <a:chExt cx="741965" cy="1123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1965" cy="112302"/>
            </a:xfrm>
            <a:custGeom>
              <a:avLst/>
              <a:gdLst/>
              <a:ahLst/>
              <a:cxnLst/>
              <a:rect r="r" b="b" t="t" l="l"/>
              <a:pathLst>
                <a:path h="112302" w="741965">
                  <a:moveTo>
                    <a:pt x="56151" y="0"/>
                  </a:moveTo>
                  <a:lnTo>
                    <a:pt x="685814" y="0"/>
                  </a:lnTo>
                  <a:cubicBezTo>
                    <a:pt x="716826" y="0"/>
                    <a:pt x="741965" y="25140"/>
                    <a:pt x="741965" y="56151"/>
                  </a:cubicBezTo>
                  <a:lnTo>
                    <a:pt x="741965" y="56151"/>
                  </a:lnTo>
                  <a:cubicBezTo>
                    <a:pt x="741965" y="87163"/>
                    <a:pt x="716826" y="112302"/>
                    <a:pt x="685814" y="112302"/>
                  </a:cubicBezTo>
                  <a:lnTo>
                    <a:pt x="56151" y="112302"/>
                  </a:lnTo>
                  <a:cubicBezTo>
                    <a:pt x="25140" y="112302"/>
                    <a:pt x="0" y="87163"/>
                    <a:pt x="0" y="56151"/>
                  </a:cubicBezTo>
                  <a:lnTo>
                    <a:pt x="0" y="56151"/>
                  </a:lnTo>
                  <a:cubicBezTo>
                    <a:pt x="0" y="25140"/>
                    <a:pt x="25140" y="0"/>
                    <a:pt x="561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41965" cy="169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8130" y="694436"/>
            <a:ext cx="4069337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ECHIPA :Stelea Emilia</a:t>
            </a:r>
          </a:p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Constantin Diana-Gabriele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64202" y="694436"/>
            <a:ext cx="75159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Proiect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07265" y="694436"/>
            <a:ext cx="831664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282708" y="694436"/>
            <a:ext cx="85454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Anul3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1873" y="6196614"/>
            <a:ext cx="9755001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 O biblioteca care sa sprijine dezvoltarea de REST API </a:t>
            </a:r>
          </a:p>
          <a:p>
            <a:pPr algn="just">
              <a:lnSpc>
                <a:spcPts val="2659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1577408" y="2559482"/>
            <a:ext cx="1214413" cy="121441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70761" y="3729217"/>
            <a:ext cx="8786882" cy="878688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20488" y="1735612"/>
            <a:ext cx="2218248" cy="22182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383479" y="2418852"/>
            <a:ext cx="2766957" cy="2787228"/>
          </a:xfrm>
          <a:custGeom>
            <a:avLst/>
            <a:gdLst/>
            <a:ahLst/>
            <a:cxnLst/>
            <a:rect r="r" b="b" t="t" l="l"/>
            <a:pathLst>
              <a:path h="2787228" w="2766957">
                <a:moveTo>
                  <a:pt x="0" y="0"/>
                </a:moveTo>
                <a:lnTo>
                  <a:pt x="2766958" y="0"/>
                </a:lnTo>
                <a:lnTo>
                  <a:pt x="2766958" y="2787228"/>
                </a:lnTo>
                <a:lnTo>
                  <a:pt x="0" y="2787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13403" y="3250318"/>
            <a:ext cx="11844240" cy="6973296"/>
          </a:xfrm>
          <a:custGeom>
            <a:avLst/>
            <a:gdLst/>
            <a:ahLst/>
            <a:cxnLst/>
            <a:rect r="r" b="b" t="t" l="l"/>
            <a:pathLst>
              <a:path h="6973296" w="11844240">
                <a:moveTo>
                  <a:pt x="0" y="0"/>
                </a:moveTo>
                <a:lnTo>
                  <a:pt x="11844240" y="0"/>
                </a:lnTo>
                <a:lnTo>
                  <a:pt x="11844240" y="6973296"/>
                </a:lnTo>
                <a:lnTo>
                  <a:pt x="0" y="6973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90712" y="1649000"/>
            <a:ext cx="10645380" cy="288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3"/>
              </a:lnSpc>
            </a:pPr>
            <a:r>
              <a:rPr lang="en-US" sz="538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un framework C++ pentru a construi REST API-uri</a:t>
            </a:r>
          </a:p>
          <a:p>
            <a:pPr algn="ctr">
              <a:lnSpc>
                <a:spcPts val="5653"/>
              </a:lnSpc>
            </a:pPr>
          </a:p>
          <a:p>
            <a:pPr algn="ctr" marL="0" indent="0" lvl="0">
              <a:lnSpc>
                <a:spcPts val="5653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17514" y="528002"/>
            <a:ext cx="8115002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Prezentare versiune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6782" y="4632015"/>
            <a:ext cx="6138233" cy="334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Obiectivele proiectului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 Sa construim un server HTTP rapid si robust, fara dependinte grele.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 Sa avem scalare: Master-Worker (procese) + ThreadPool (thread-uri).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 Sa oferim dezvoltatorului un API simplu (get/post/put/delete) + middleware.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· Sa demonstram folosirea prin exemple .</a:t>
            </a:r>
          </a:p>
          <a:p>
            <a:pPr algn="ctr">
              <a:lnSpc>
                <a:spcPts val="2659"/>
              </a:lnSpc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88637" y="4172935"/>
            <a:ext cx="4568383" cy="363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1"/>
              </a:lnSpc>
              <a:spcBef>
                <a:spcPct val="0"/>
              </a:spcBef>
            </a:pPr>
            <a:r>
              <a:rPr lang="en-US" sz="20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25723" y="-482826"/>
            <a:ext cx="3023051" cy="302305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00461" y="1486079"/>
            <a:ext cx="10247870" cy="3971916"/>
            <a:chOff x="0" y="0"/>
            <a:chExt cx="812800" cy="315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5029"/>
            </a:xfrm>
            <a:custGeom>
              <a:avLst/>
              <a:gdLst/>
              <a:ahLst/>
              <a:cxnLst/>
              <a:rect r="r" b="b" t="t" l="l"/>
              <a:pathLst>
                <a:path h="315029" w="812800">
                  <a:moveTo>
                    <a:pt x="406400" y="0"/>
                  </a:moveTo>
                  <a:cubicBezTo>
                    <a:pt x="181951" y="0"/>
                    <a:pt x="0" y="70522"/>
                    <a:pt x="0" y="157514"/>
                  </a:cubicBezTo>
                  <a:cubicBezTo>
                    <a:pt x="0" y="244507"/>
                    <a:pt x="181951" y="315029"/>
                    <a:pt x="406400" y="315029"/>
                  </a:cubicBezTo>
                  <a:cubicBezTo>
                    <a:pt x="630849" y="315029"/>
                    <a:pt x="812800" y="244507"/>
                    <a:pt x="812800" y="157514"/>
                  </a:cubicBezTo>
                  <a:cubicBezTo>
                    <a:pt x="812800" y="70522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27616"/>
              <a:ext cx="660400" cy="313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93483" y="1211306"/>
            <a:ext cx="17101035" cy="7864389"/>
          </a:xfrm>
          <a:custGeom>
            <a:avLst/>
            <a:gdLst/>
            <a:ahLst/>
            <a:cxnLst/>
            <a:rect r="r" b="b" t="t" l="l"/>
            <a:pathLst>
              <a:path h="7864389" w="17101035">
                <a:moveTo>
                  <a:pt x="0" y="0"/>
                </a:moveTo>
                <a:lnTo>
                  <a:pt x="17101034" y="0"/>
                </a:lnTo>
                <a:lnTo>
                  <a:pt x="17101034" y="7864388"/>
                </a:lnTo>
                <a:lnTo>
                  <a:pt x="0" y="7864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44" r="0" b="-164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1435"/>
            <a:ext cx="4138687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API public</a:t>
            </a:r>
          </a:p>
          <a:p>
            <a:pPr algn="l" marL="0" indent="0" lvl="0">
              <a:lnSpc>
                <a:spcPts val="79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25723" y="-482826"/>
            <a:ext cx="3023051" cy="302305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00461" y="1486079"/>
            <a:ext cx="10247870" cy="3971916"/>
            <a:chOff x="0" y="0"/>
            <a:chExt cx="812800" cy="315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15029"/>
            </a:xfrm>
            <a:custGeom>
              <a:avLst/>
              <a:gdLst/>
              <a:ahLst/>
              <a:cxnLst/>
              <a:rect r="r" b="b" t="t" l="l"/>
              <a:pathLst>
                <a:path h="315029" w="812800">
                  <a:moveTo>
                    <a:pt x="406400" y="0"/>
                  </a:moveTo>
                  <a:cubicBezTo>
                    <a:pt x="181951" y="0"/>
                    <a:pt x="0" y="70522"/>
                    <a:pt x="0" y="157514"/>
                  </a:cubicBezTo>
                  <a:cubicBezTo>
                    <a:pt x="0" y="244507"/>
                    <a:pt x="181951" y="315029"/>
                    <a:pt x="406400" y="315029"/>
                  </a:cubicBezTo>
                  <a:cubicBezTo>
                    <a:pt x="630849" y="315029"/>
                    <a:pt x="812800" y="244507"/>
                    <a:pt x="812800" y="157514"/>
                  </a:cubicBezTo>
                  <a:cubicBezTo>
                    <a:pt x="812800" y="70522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27616"/>
              <a:ext cx="660400" cy="313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1130" y="1101090"/>
            <a:ext cx="9186279" cy="5752907"/>
          </a:xfrm>
          <a:custGeom>
            <a:avLst/>
            <a:gdLst/>
            <a:ahLst/>
            <a:cxnLst/>
            <a:rect r="r" b="b" t="t" l="l"/>
            <a:pathLst>
              <a:path h="5752907" w="9186279">
                <a:moveTo>
                  <a:pt x="0" y="0"/>
                </a:moveTo>
                <a:lnTo>
                  <a:pt x="9186279" y="0"/>
                </a:lnTo>
                <a:lnTo>
                  <a:pt x="9186279" y="5752907"/>
                </a:lnTo>
                <a:lnTo>
                  <a:pt x="0" y="5752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4554758"/>
            <a:ext cx="7617141" cy="5529882"/>
          </a:xfrm>
          <a:custGeom>
            <a:avLst/>
            <a:gdLst/>
            <a:ahLst/>
            <a:cxnLst/>
            <a:rect r="r" b="b" t="t" l="l"/>
            <a:pathLst>
              <a:path h="5529882" w="7617141">
                <a:moveTo>
                  <a:pt x="0" y="0"/>
                </a:moveTo>
                <a:lnTo>
                  <a:pt x="7617141" y="0"/>
                </a:lnTo>
                <a:lnTo>
                  <a:pt x="7617141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1435"/>
            <a:ext cx="8499277" cy="104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Cum scrii o aplicație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49676" y="3505104"/>
            <a:ext cx="7808268" cy="104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Cum definesti rute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4932" y="2036599"/>
            <a:ext cx="398339" cy="406320"/>
            <a:chOff x="0" y="0"/>
            <a:chExt cx="104912" cy="1070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912" cy="107014"/>
            </a:xfrm>
            <a:custGeom>
              <a:avLst/>
              <a:gdLst/>
              <a:ahLst/>
              <a:cxnLst/>
              <a:rect r="r" b="b" t="t" l="l"/>
              <a:pathLst>
                <a:path h="107014" w="104912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60715" y="3920085"/>
            <a:ext cx="398339" cy="406320"/>
            <a:chOff x="0" y="0"/>
            <a:chExt cx="104912" cy="1070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912" cy="107014"/>
            </a:xfrm>
            <a:custGeom>
              <a:avLst/>
              <a:gdLst/>
              <a:ahLst/>
              <a:cxnLst/>
              <a:rect r="r" b="b" t="t" l="l"/>
              <a:pathLst>
                <a:path h="107014" w="104912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55762" y="4296523"/>
            <a:ext cx="398339" cy="406320"/>
            <a:chOff x="0" y="0"/>
            <a:chExt cx="104912" cy="107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912" cy="107014"/>
            </a:xfrm>
            <a:custGeom>
              <a:avLst/>
              <a:gdLst/>
              <a:ahLst/>
              <a:cxnLst/>
              <a:rect r="r" b="b" t="t" l="l"/>
              <a:pathLst>
                <a:path h="107014" w="104912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16640" y="4123245"/>
            <a:ext cx="8446721" cy="84467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947028" y="1028700"/>
            <a:ext cx="3951455" cy="395145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12984" y="2036599"/>
            <a:ext cx="14443401" cy="7221701"/>
          </a:xfrm>
          <a:custGeom>
            <a:avLst/>
            <a:gdLst/>
            <a:ahLst/>
            <a:cxnLst/>
            <a:rect r="r" b="b" t="t" l="l"/>
            <a:pathLst>
              <a:path h="7221701" w="14443401">
                <a:moveTo>
                  <a:pt x="0" y="0"/>
                </a:moveTo>
                <a:lnTo>
                  <a:pt x="14443402" y="0"/>
                </a:lnTo>
                <a:lnTo>
                  <a:pt x="14443402" y="7221701"/>
                </a:lnTo>
                <a:lnTo>
                  <a:pt x="0" y="7221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842960" y="4037919"/>
            <a:ext cx="2671915" cy="618181"/>
          </a:xfrm>
          <a:custGeom>
            <a:avLst/>
            <a:gdLst/>
            <a:ahLst/>
            <a:cxnLst/>
            <a:rect r="r" b="b" t="t" l="l"/>
            <a:pathLst>
              <a:path h="618181" w="2671915">
                <a:moveTo>
                  <a:pt x="0" y="0"/>
                </a:moveTo>
                <a:lnTo>
                  <a:pt x="2671915" y="0"/>
                </a:lnTo>
                <a:lnTo>
                  <a:pt x="2671915" y="618181"/>
                </a:lnTo>
                <a:lnTo>
                  <a:pt x="0" y="618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998781" y="4154023"/>
            <a:ext cx="4151105" cy="502078"/>
          </a:xfrm>
          <a:custGeom>
            <a:avLst/>
            <a:gdLst/>
            <a:ahLst/>
            <a:cxnLst/>
            <a:rect r="r" b="b" t="t" l="l"/>
            <a:pathLst>
              <a:path h="502078" w="4151105">
                <a:moveTo>
                  <a:pt x="0" y="0"/>
                </a:moveTo>
                <a:lnTo>
                  <a:pt x="4151106" y="0"/>
                </a:lnTo>
                <a:lnTo>
                  <a:pt x="4151106" y="502077"/>
                </a:lnTo>
                <a:lnTo>
                  <a:pt x="0" y="502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68" r="-3215" b="-2368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777651" y="3969648"/>
            <a:ext cx="3308705" cy="1060070"/>
          </a:xfrm>
          <a:custGeom>
            <a:avLst/>
            <a:gdLst/>
            <a:ahLst/>
            <a:cxnLst/>
            <a:rect r="r" b="b" t="t" l="l"/>
            <a:pathLst>
              <a:path h="1060070" w="3308705">
                <a:moveTo>
                  <a:pt x="0" y="0"/>
                </a:moveTo>
                <a:lnTo>
                  <a:pt x="3308704" y="0"/>
                </a:lnTo>
                <a:lnTo>
                  <a:pt x="3308704" y="1060070"/>
                </a:lnTo>
                <a:lnTo>
                  <a:pt x="0" y="1060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608352" y="6310751"/>
            <a:ext cx="3813045" cy="685578"/>
          </a:xfrm>
          <a:custGeom>
            <a:avLst/>
            <a:gdLst/>
            <a:ahLst/>
            <a:cxnLst/>
            <a:rect r="r" b="b" t="t" l="l"/>
            <a:pathLst>
              <a:path h="685578" w="3813045">
                <a:moveTo>
                  <a:pt x="0" y="0"/>
                </a:moveTo>
                <a:lnTo>
                  <a:pt x="3813046" y="0"/>
                </a:lnTo>
                <a:lnTo>
                  <a:pt x="3813046" y="685578"/>
                </a:lnTo>
                <a:lnTo>
                  <a:pt x="0" y="6855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583669" y="5997497"/>
            <a:ext cx="3246205" cy="998832"/>
          </a:xfrm>
          <a:custGeom>
            <a:avLst/>
            <a:gdLst/>
            <a:ahLst/>
            <a:cxnLst/>
            <a:rect r="r" b="b" t="t" l="l"/>
            <a:pathLst>
              <a:path h="998832" w="3246205">
                <a:moveTo>
                  <a:pt x="0" y="0"/>
                </a:moveTo>
                <a:lnTo>
                  <a:pt x="3246205" y="0"/>
                </a:lnTo>
                <a:lnTo>
                  <a:pt x="3246205" y="998832"/>
                </a:lnTo>
                <a:lnTo>
                  <a:pt x="0" y="9988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12984" y="787591"/>
            <a:ext cx="8536902" cy="212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0"/>
              </a:lnSpc>
            </a:pPr>
            <a:r>
              <a:rPr lang="en-US" sz="526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„Cine e master-ul?”</a:t>
            </a:r>
          </a:p>
          <a:p>
            <a:pPr algn="l">
              <a:lnSpc>
                <a:spcPts val="5530"/>
              </a:lnSpc>
            </a:pPr>
          </a:p>
          <a:p>
            <a:pPr algn="l" marL="0" indent="0" lvl="0">
              <a:lnSpc>
                <a:spcPts val="55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42150" y="2916682"/>
            <a:ext cx="3294915" cy="329491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47420" y="5335365"/>
            <a:ext cx="4495664" cy="449566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1873264">
            <a:off x="-717105" y="2604143"/>
            <a:ext cx="1942268" cy="2789157"/>
          </a:xfrm>
          <a:custGeom>
            <a:avLst/>
            <a:gdLst/>
            <a:ahLst/>
            <a:cxnLst/>
            <a:rect r="r" b="b" t="t" l="l"/>
            <a:pathLst>
              <a:path h="2789157" w="1942268">
                <a:moveTo>
                  <a:pt x="0" y="0"/>
                </a:moveTo>
                <a:lnTo>
                  <a:pt x="1942268" y="0"/>
                </a:lnTo>
                <a:lnTo>
                  <a:pt x="1942268" y="2789157"/>
                </a:lnTo>
                <a:lnTo>
                  <a:pt x="0" y="278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9027" y="2289791"/>
            <a:ext cx="10686225" cy="6091149"/>
          </a:xfrm>
          <a:custGeom>
            <a:avLst/>
            <a:gdLst/>
            <a:ahLst/>
            <a:cxnLst/>
            <a:rect r="r" b="b" t="t" l="l"/>
            <a:pathLst>
              <a:path h="6091149" w="10686225">
                <a:moveTo>
                  <a:pt x="0" y="0"/>
                </a:moveTo>
                <a:lnTo>
                  <a:pt x="10686225" y="0"/>
                </a:lnTo>
                <a:lnTo>
                  <a:pt x="10686225" y="6091148"/>
                </a:lnTo>
                <a:lnTo>
                  <a:pt x="0" y="6091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95252" y="6211597"/>
            <a:ext cx="5102499" cy="2700559"/>
          </a:xfrm>
          <a:custGeom>
            <a:avLst/>
            <a:gdLst/>
            <a:ahLst/>
            <a:cxnLst/>
            <a:rect r="r" b="b" t="t" l="l"/>
            <a:pathLst>
              <a:path h="2700559" w="5102499">
                <a:moveTo>
                  <a:pt x="0" y="0"/>
                </a:moveTo>
                <a:lnTo>
                  <a:pt x="5102499" y="0"/>
                </a:lnTo>
                <a:lnTo>
                  <a:pt x="5102499" y="2700559"/>
                </a:lnTo>
                <a:lnTo>
                  <a:pt x="0" y="2700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133475"/>
            <a:ext cx="9798168" cy="104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Ce este GlobalStats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25723" y="-482826"/>
            <a:ext cx="3023051" cy="302305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5323" y="1824684"/>
            <a:ext cx="15769339" cy="6637633"/>
          </a:xfrm>
          <a:custGeom>
            <a:avLst/>
            <a:gdLst/>
            <a:ahLst/>
            <a:cxnLst/>
            <a:rect r="r" b="b" t="t" l="l"/>
            <a:pathLst>
              <a:path h="6637633" w="15769339">
                <a:moveTo>
                  <a:pt x="0" y="0"/>
                </a:moveTo>
                <a:lnTo>
                  <a:pt x="15769338" y="0"/>
                </a:lnTo>
                <a:lnTo>
                  <a:pt x="15769338" y="6637632"/>
                </a:lnTo>
                <a:lnTo>
                  <a:pt x="0" y="6637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363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43586" y="104775"/>
            <a:ext cx="7812811" cy="104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Flux</a:t>
            </a: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cerere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4932" y="2036599"/>
            <a:ext cx="398339" cy="406320"/>
            <a:chOff x="0" y="0"/>
            <a:chExt cx="104912" cy="1070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912" cy="107014"/>
            </a:xfrm>
            <a:custGeom>
              <a:avLst/>
              <a:gdLst/>
              <a:ahLst/>
              <a:cxnLst/>
              <a:rect r="r" b="b" t="t" l="l"/>
              <a:pathLst>
                <a:path h="107014" w="104912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60715" y="3920085"/>
            <a:ext cx="398339" cy="406320"/>
            <a:chOff x="0" y="0"/>
            <a:chExt cx="104912" cy="1070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912" cy="107014"/>
            </a:xfrm>
            <a:custGeom>
              <a:avLst/>
              <a:gdLst/>
              <a:ahLst/>
              <a:cxnLst/>
              <a:rect r="r" b="b" t="t" l="l"/>
              <a:pathLst>
                <a:path h="107014" w="104912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55762" y="4296523"/>
            <a:ext cx="398339" cy="406320"/>
            <a:chOff x="0" y="0"/>
            <a:chExt cx="104912" cy="107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912" cy="107014"/>
            </a:xfrm>
            <a:custGeom>
              <a:avLst/>
              <a:gdLst/>
              <a:ahLst/>
              <a:cxnLst/>
              <a:rect r="r" b="b" t="t" l="l"/>
              <a:pathLst>
                <a:path h="107014" w="104912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16640" y="4123245"/>
            <a:ext cx="8446721" cy="84467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947028" y="1028700"/>
            <a:ext cx="3951455" cy="395145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21269" y="1648353"/>
            <a:ext cx="16240741" cy="7609947"/>
          </a:xfrm>
          <a:custGeom>
            <a:avLst/>
            <a:gdLst/>
            <a:ahLst/>
            <a:cxnLst/>
            <a:rect r="r" b="b" t="t" l="l"/>
            <a:pathLst>
              <a:path h="7609947" w="16240741">
                <a:moveTo>
                  <a:pt x="0" y="0"/>
                </a:moveTo>
                <a:lnTo>
                  <a:pt x="16240741" y="0"/>
                </a:lnTo>
                <a:lnTo>
                  <a:pt x="16240741" y="7609947"/>
                </a:lnTo>
                <a:lnTo>
                  <a:pt x="0" y="7609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1192342"/>
            <a:ext cx="2441750" cy="1047417"/>
          </a:xfrm>
          <a:custGeom>
            <a:avLst/>
            <a:gdLst/>
            <a:ahLst/>
            <a:cxnLst/>
            <a:rect r="r" b="b" t="t" l="l"/>
            <a:pathLst>
              <a:path h="1047417" w="2441750">
                <a:moveTo>
                  <a:pt x="0" y="0"/>
                </a:moveTo>
                <a:lnTo>
                  <a:pt x="2441750" y="0"/>
                </a:lnTo>
                <a:lnTo>
                  <a:pt x="2441750" y="1047418"/>
                </a:lnTo>
                <a:lnTo>
                  <a:pt x="0" y="104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936707" y="1085559"/>
            <a:ext cx="2779933" cy="1154200"/>
          </a:xfrm>
          <a:custGeom>
            <a:avLst/>
            <a:gdLst/>
            <a:ahLst/>
            <a:cxnLst/>
            <a:rect r="r" b="b" t="t" l="l"/>
            <a:pathLst>
              <a:path h="1154200" w="2779933">
                <a:moveTo>
                  <a:pt x="0" y="0"/>
                </a:moveTo>
                <a:lnTo>
                  <a:pt x="2779933" y="0"/>
                </a:lnTo>
                <a:lnTo>
                  <a:pt x="2779933" y="1154201"/>
                </a:lnTo>
                <a:lnTo>
                  <a:pt x="0" y="1154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132670" y="3207588"/>
            <a:ext cx="2394412" cy="1118818"/>
          </a:xfrm>
          <a:custGeom>
            <a:avLst/>
            <a:gdLst/>
            <a:ahLst/>
            <a:cxnLst/>
            <a:rect r="r" b="b" t="t" l="l"/>
            <a:pathLst>
              <a:path h="1118818" w="2394412">
                <a:moveTo>
                  <a:pt x="0" y="0"/>
                </a:moveTo>
                <a:lnTo>
                  <a:pt x="2394412" y="0"/>
                </a:lnTo>
                <a:lnTo>
                  <a:pt x="2394412" y="1118817"/>
                </a:lnTo>
                <a:lnTo>
                  <a:pt x="0" y="11188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8179" y="6066005"/>
            <a:ext cx="2441750" cy="2549288"/>
          </a:xfrm>
          <a:custGeom>
            <a:avLst/>
            <a:gdLst/>
            <a:ahLst/>
            <a:cxnLst/>
            <a:rect r="r" b="b" t="t" l="l"/>
            <a:pathLst>
              <a:path h="2549288" w="2441750">
                <a:moveTo>
                  <a:pt x="0" y="0"/>
                </a:moveTo>
                <a:lnTo>
                  <a:pt x="2441750" y="0"/>
                </a:lnTo>
                <a:lnTo>
                  <a:pt x="2441750" y="2549289"/>
                </a:lnTo>
                <a:lnTo>
                  <a:pt x="0" y="2549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80584" y="5838586"/>
            <a:ext cx="2272113" cy="1142511"/>
          </a:xfrm>
          <a:custGeom>
            <a:avLst/>
            <a:gdLst/>
            <a:ahLst/>
            <a:cxnLst/>
            <a:rect r="r" b="b" t="t" l="l"/>
            <a:pathLst>
              <a:path h="1142511" w="2272113">
                <a:moveTo>
                  <a:pt x="0" y="0"/>
                </a:moveTo>
                <a:lnTo>
                  <a:pt x="2272112" y="0"/>
                </a:lnTo>
                <a:lnTo>
                  <a:pt x="2272112" y="1142511"/>
                </a:lnTo>
                <a:lnTo>
                  <a:pt x="0" y="11425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091373" y="5559950"/>
            <a:ext cx="2477006" cy="1012110"/>
          </a:xfrm>
          <a:custGeom>
            <a:avLst/>
            <a:gdLst/>
            <a:ahLst/>
            <a:cxnLst/>
            <a:rect r="r" b="b" t="t" l="l"/>
            <a:pathLst>
              <a:path h="1012110" w="2477006">
                <a:moveTo>
                  <a:pt x="0" y="0"/>
                </a:moveTo>
                <a:lnTo>
                  <a:pt x="2477006" y="0"/>
                </a:lnTo>
                <a:lnTo>
                  <a:pt x="2477006" y="1012111"/>
                </a:lnTo>
                <a:lnTo>
                  <a:pt x="0" y="10121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887297" y="7378291"/>
            <a:ext cx="2675418" cy="1936630"/>
          </a:xfrm>
          <a:custGeom>
            <a:avLst/>
            <a:gdLst/>
            <a:ahLst/>
            <a:cxnLst/>
            <a:rect r="r" b="b" t="t" l="l"/>
            <a:pathLst>
              <a:path h="1936630" w="2675418">
                <a:moveTo>
                  <a:pt x="0" y="0"/>
                </a:moveTo>
                <a:lnTo>
                  <a:pt x="2675418" y="0"/>
                </a:lnTo>
                <a:lnTo>
                  <a:pt x="2675418" y="1936630"/>
                </a:lnTo>
                <a:lnTo>
                  <a:pt x="0" y="19366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15173" y="414484"/>
            <a:ext cx="11855630" cy="279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3"/>
              </a:lnSpc>
            </a:pPr>
            <a:r>
              <a:rPr lang="en-US" sz="5212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Procesul Worker </a:t>
            </a:r>
          </a:p>
          <a:p>
            <a:pPr algn="l">
              <a:lnSpc>
                <a:spcPts val="5473"/>
              </a:lnSpc>
            </a:pPr>
          </a:p>
          <a:p>
            <a:pPr algn="l">
              <a:lnSpc>
                <a:spcPts val="5473"/>
              </a:lnSpc>
            </a:pPr>
          </a:p>
          <a:p>
            <a:pPr algn="l" marL="0" indent="0" lvl="0">
              <a:lnSpc>
                <a:spcPts val="5473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892876" y="4943792"/>
            <a:ext cx="2502247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Arhitectura generală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743294"/>
            <a:ext cx="1185563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Arhitectura generală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4932" y="2036599"/>
            <a:ext cx="398339" cy="406320"/>
            <a:chOff x="0" y="0"/>
            <a:chExt cx="104912" cy="1070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912" cy="107014"/>
            </a:xfrm>
            <a:custGeom>
              <a:avLst/>
              <a:gdLst/>
              <a:ahLst/>
              <a:cxnLst/>
              <a:rect r="r" b="b" t="t" l="l"/>
              <a:pathLst>
                <a:path h="107014" w="104912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60715" y="3920085"/>
            <a:ext cx="398339" cy="406320"/>
            <a:chOff x="0" y="0"/>
            <a:chExt cx="104912" cy="1070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912" cy="107014"/>
            </a:xfrm>
            <a:custGeom>
              <a:avLst/>
              <a:gdLst/>
              <a:ahLst/>
              <a:cxnLst/>
              <a:rect r="r" b="b" t="t" l="l"/>
              <a:pathLst>
                <a:path h="107014" w="104912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55762" y="4296523"/>
            <a:ext cx="398339" cy="406320"/>
            <a:chOff x="0" y="0"/>
            <a:chExt cx="104912" cy="107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912" cy="107014"/>
            </a:xfrm>
            <a:custGeom>
              <a:avLst/>
              <a:gdLst/>
              <a:ahLst/>
              <a:cxnLst/>
              <a:rect r="r" b="b" t="t" l="l"/>
              <a:pathLst>
                <a:path h="107014" w="104912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16640" y="4123245"/>
            <a:ext cx="8446721" cy="844672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947028" y="1028700"/>
            <a:ext cx="3951455" cy="395145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425584" y="1028700"/>
            <a:ext cx="17397886" cy="9351364"/>
          </a:xfrm>
          <a:custGeom>
            <a:avLst/>
            <a:gdLst/>
            <a:ahLst/>
            <a:cxnLst/>
            <a:rect r="r" b="b" t="t" l="l"/>
            <a:pathLst>
              <a:path h="9351364" w="17397886">
                <a:moveTo>
                  <a:pt x="0" y="0"/>
                </a:moveTo>
                <a:lnTo>
                  <a:pt x="17397886" y="0"/>
                </a:lnTo>
                <a:lnTo>
                  <a:pt x="17397886" y="9351364"/>
                </a:lnTo>
                <a:lnTo>
                  <a:pt x="0" y="9351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81522" y="4097757"/>
            <a:ext cx="2943498" cy="1764796"/>
          </a:xfrm>
          <a:custGeom>
            <a:avLst/>
            <a:gdLst/>
            <a:ahLst/>
            <a:cxnLst/>
            <a:rect r="r" b="b" t="t" l="l"/>
            <a:pathLst>
              <a:path h="1764796" w="2943498">
                <a:moveTo>
                  <a:pt x="0" y="0"/>
                </a:moveTo>
                <a:lnTo>
                  <a:pt x="2943497" y="0"/>
                </a:lnTo>
                <a:lnTo>
                  <a:pt x="2943497" y="1764797"/>
                </a:lnTo>
                <a:lnTo>
                  <a:pt x="0" y="1764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83894" y="4191146"/>
            <a:ext cx="2753281" cy="1578019"/>
          </a:xfrm>
          <a:custGeom>
            <a:avLst/>
            <a:gdLst/>
            <a:ahLst/>
            <a:cxnLst/>
            <a:rect r="r" b="b" t="t" l="l"/>
            <a:pathLst>
              <a:path h="1578019" w="2753281">
                <a:moveTo>
                  <a:pt x="0" y="0"/>
                </a:moveTo>
                <a:lnTo>
                  <a:pt x="2753280" y="0"/>
                </a:lnTo>
                <a:lnTo>
                  <a:pt x="2753280" y="1578019"/>
                </a:lnTo>
                <a:lnTo>
                  <a:pt x="0" y="1578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968099" y="3391533"/>
            <a:ext cx="2592691" cy="1929086"/>
          </a:xfrm>
          <a:custGeom>
            <a:avLst/>
            <a:gdLst/>
            <a:ahLst/>
            <a:cxnLst/>
            <a:rect r="r" b="b" t="t" l="l"/>
            <a:pathLst>
              <a:path h="1929086" w="2592691">
                <a:moveTo>
                  <a:pt x="0" y="0"/>
                </a:moveTo>
                <a:lnTo>
                  <a:pt x="2592691" y="0"/>
                </a:lnTo>
                <a:lnTo>
                  <a:pt x="2592691" y="1929086"/>
                </a:lnTo>
                <a:lnTo>
                  <a:pt x="0" y="19290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781127" y="6201887"/>
            <a:ext cx="2287785" cy="982839"/>
          </a:xfrm>
          <a:custGeom>
            <a:avLst/>
            <a:gdLst/>
            <a:ahLst/>
            <a:cxnLst/>
            <a:rect r="r" b="b" t="t" l="l"/>
            <a:pathLst>
              <a:path h="982839" w="2287785">
                <a:moveTo>
                  <a:pt x="0" y="0"/>
                </a:moveTo>
                <a:lnTo>
                  <a:pt x="2287785" y="0"/>
                </a:lnTo>
                <a:lnTo>
                  <a:pt x="2287785" y="982839"/>
                </a:lnTo>
                <a:lnTo>
                  <a:pt x="0" y="982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021375" y="6380905"/>
            <a:ext cx="3918626" cy="1607641"/>
          </a:xfrm>
          <a:custGeom>
            <a:avLst/>
            <a:gdLst/>
            <a:ahLst/>
            <a:cxnLst/>
            <a:rect r="r" b="b" t="t" l="l"/>
            <a:pathLst>
              <a:path h="1607641" w="3918626">
                <a:moveTo>
                  <a:pt x="0" y="0"/>
                </a:moveTo>
                <a:lnTo>
                  <a:pt x="3918626" y="0"/>
                </a:lnTo>
                <a:lnTo>
                  <a:pt x="3918626" y="1607641"/>
                </a:lnTo>
                <a:lnTo>
                  <a:pt x="0" y="1607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7518" y="313098"/>
            <a:ext cx="11855630" cy="715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3"/>
              </a:lnSpc>
              <a:spcBef>
                <a:spcPct val="0"/>
              </a:spcBef>
            </a:pPr>
            <a:r>
              <a:rPr lang="en-US" sz="5212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CUM funcționează ThreadPool-ul, intern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36707" y="971550"/>
            <a:ext cx="11855630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Concurență și sincronizare”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1018" y="2901342"/>
            <a:ext cx="6362972" cy="636297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0752" y="2431198"/>
            <a:ext cx="12502847" cy="6001367"/>
          </a:xfrm>
          <a:custGeom>
            <a:avLst/>
            <a:gdLst/>
            <a:ahLst/>
            <a:cxnLst/>
            <a:rect r="r" b="b" t="t" l="l"/>
            <a:pathLst>
              <a:path h="6001367" w="12502847">
                <a:moveTo>
                  <a:pt x="0" y="0"/>
                </a:moveTo>
                <a:lnTo>
                  <a:pt x="12502847" y="0"/>
                </a:lnTo>
                <a:lnTo>
                  <a:pt x="12502847" y="6001367"/>
                </a:lnTo>
                <a:lnTo>
                  <a:pt x="0" y="6001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96853" y="4264660"/>
            <a:ext cx="3340518" cy="258435"/>
          </a:xfrm>
          <a:custGeom>
            <a:avLst/>
            <a:gdLst/>
            <a:ahLst/>
            <a:cxnLst/>
            <a:rect r="r" b="b" t="t" l="l"/>
            <a:pathLst>
              <a:path h="258435" w="3340518">
                <a:moveTo>
                  <a:pt x="0" y="0"/>
                </a:moveTo>
                <a:lnTo>
                  <a:pt x="3340519" y="0"/>
                </a:lnTo>
                <a:lnTo>
                  <a:pt x="3340519" y="258436"/>
                </a:lnTo>
                <a:lnTo>
                  <a:pt x="0" y="258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96853" y="4523096"/>
            <a:ext cx="3121065" cy="221802"/>
          </a:xfrm>
          <a:custGeom>
            <a:avLst/>
            <a:gdLst/>
            <a:ahLst/>
            <a:cxnLst/>
            <a:rect r="r" b="b" t="t" l="l"/>
            <a:pathLst>
              <a:path h="221802" w="3121065">
                <a:moveTo>
                  <a:pt x="0" y="0"/>
                </a:moveTo>
                <a:lnTo>
                  <a:pt x="3121065" y="0"/>
                </a:lnTo>
                <a:lnTo>
                  <a:pt x="3121065" y="221801"/>
                </a:lnTo>
                <a:lnTo>
                  <a:pt x="0" y="221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8788" y="3032998"/>
            <a:ext cx="1656478" cy="1600998"/>
          </a:xfrm>
          <a:custGeom>
            <a:avLst/>
            <a:gdLst/>
            <a:ahLst/>
            <a:cxnLst/>
            <a:rect r="r" b="b" t="t" l="l"/>
            <a:pathLst>
              <a:path h="1600998" w="1656478">
                <a:moveTo>
                  <a:pt x="0" y="0"/>
                </a:moveTo>
                <a:lnTo>
                  <a:pt x="1656478" y="0"/>
                </a:lnTo>
                <a:lnTo>
                  <a:pt x="1656478" y="1600999"/>
                </a:lnTo>
                <a:lnTo>
                  <a:pt x="0" y="1600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7495" y="3475532"/>
            <a:ext cx="2801734" cy="918346"/>
          </a:xfrm>
          <a:custGeom>
            <a:avLst/>
            <a:gdLst/>
            <a:ahLst/>
            <a:cxnLst/>
            <a:rect r="r" b="b" t="t" l="l"/>
            <a:pathLst>
              <a:path h="918346" w="2801734">
                <a:moveTo>
                  <a:pt x="0" y="0"/>
                </a:moveTo>
                <a:lnTo>
                  <a:pt x="2801734" y="0"/>
                </a:lnTo>
                <a:lnTo>
                  <a:pt x="2801734" y="918346"/>
                </a:lnTo>
                <a:lnTo>
                  <a:pt x="0" y="9183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05414" y="5147253"/>
            <a:ext cx="2173524" cy="284628"/>
          </a:xfrm>
          <a:custGeom>
            <a:avLst/>
            <a:gdLst/>
            <a:ahLst/>
            <a:cxnLst/>
            <a:rect r="r" b="b" t="t" l="l"/>
            <a:pathLst>
              <a:path h="284628" w="2173524">
                <a:moveTo>
                  <a:pt x="0" y="0"/>
                </a:moveTo>
                <a:lnTo>
                  <a:pt x="2173523" y="0"/>
                </a:lnTo>
                <a:lnTo>
                  <a:pt x="2173523" y="284628"/>
                </a:lnTo>
                <a:lnTo>
                  <a:pt x="0" y="2846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344995" y="5597044"/>
            <a:ext cx="3745847" cy="244886"/>
          </a:xfrm>
          <a:custGeom>
            <a:avLst/>
            <a:gdLst/>
            <a:ahLst/>
            <a:cxnLst/>
            <a:rect r="r" b="b" t="t" l="l"/>
            <a:pathLst>
              <a:path h="244886" w="3745847">
                <a:moveTo>
                  <a:pt x="0" y="0"/>
                </a:moveTo>
                <a:lnTo>
                  <a:pt x="3745847" y="0"/>
                </a:lnTo>
                <a:lnTo>
                  <a:pt x="3745847" y="244886"/>
                </a:lnTo>
                <a:lnTo>
                  <a:pt x="0" y="2448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9307" y="7947474"/>
            <a:ext cx="2795440" cy="970182"/>
          </a:xfrm>
          <a:custGeom>
            <a:avLst/>
            <a:gdLst/>
            <a:ahLst/>
            <a:cxnLst/>
            <a:rect r="r" b="b" t="t" l="l"/>
            <a:pathLst>
              <a:path h="970182" w="2795440">
                <a:moveTo>
                  <a:pt x="0" y="0"/>
                </a:moveTo>
                <a:lnTo>
                  <a:pt x="2795439" y="0"/>
                </a:lnTo>
                <a:lnTo>
                  <a:pt x="2795439" y="970182"/>
                </a:lnTo>
                <a:lnTo>
                  <a:pt x="0" y="9701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096853" y="7947474"/>
            <a:ext cx="2130700" cy="1105346"/>
          </a:xfrm>
          <a:custGeom>
            <a:avLst/>
            <a:gdLst/>
            <a:ahLst/>
            <a:cxnLst/>
            <a:rect r="r" b="b" t="t" l="l"/>
            <a:pathLst>
              <a:path h="1105346" w="2130700">
                <a:moveTo>
                  <a:pt x="0" y="0"/>
                </a:moveTo>
                <a:lnTo>
                  <a:pt x="2130700" y="0"/>
                </a:lnTo>
                <a:lnTo>
                  <a:pt x="2130700" y="1105345"/>
                </a:lnTo>
                <a:lnTo>
                  <a:pt x="0" y="11053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78788" y="791752"/>
            <a:ext cx="13050406" cy="265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6"/>
              </a:lnSpc>
            </a:pPr>
            <a:r>
              <a:rPr lang="en-US" sz="657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Router: pattern matching + params</a:t>
            </a:r>
          </a:p>
          <a:p>
            <a:pPr algn="l">
              <a:lnSpc>
                <a:spcPts val="6906"/>
              </a:lnSpc>
            </a:pPr>
          </a:p>
          <a:p>
            <a:pPr algn="l" marL="0" indent="0" lvl="0">
              <a:lnSpc>
                <a:spcPts val="69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1722" y="-652517"/>
            <a:ext cx="2789157" cy="27891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82716" y="2559482"/>
            <a:ext cx="6362972" cy="636297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92575" y="1763169"/>
            <a:ext cx="17651893" cy="7943352"/>
          </a:xfrm>
          <a:custGeom>
            <a:avLst/>
            <a:gdLst/>
            <a:ahLst/>
            <a:cxnLst/>
            <a:rect r="r" b="b" t="t" l="l"/>
            <a:pathLst>
              <a:path h="7943352" w="17651893">
                <a:moveTo>
                  <a:pt x="0" y="0"/>
                </a:moveTo>
                <a:lnTo>
                  <a:pt x="17651893" y="0"/>
                </a:lnTo>
                <a:lnTo>
                  <a:pt x="17651893" y="7943351"/>
                </a:lnTo>
                <a:lnTo>
                  <a:pt x="0" y="7943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01340" y="4295189"/>
            <a:ext cx="4428480" cy="304015"/>
          </a:xfrm>
          <a:custGeom>
            <a:avLst/>
            <a:gdLst/>
            <a:ahLst/>
            <a:cxnLst/>
            <a:rect r="r" b="b" t="t" l="l"/>
            <a:pathLst>
              <a:path h="304015" w="4428480">
                <a:moveTo>
                  <a:pt x="0" y="0"/>
                </a:moveTo>
                <a:lnTo>
                  <a:pt x="4428480" y="0"/>
                </a:lnTo>
                <a:lnTo>
                  <a:pt x="4428480" y="304015"/>
                </a:lnTo>
                <a:lnTo>
                  <a:pt x="0" y="304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084243" y="4288937"/>
            <a:ext cx="2334279" cy="1709126"/>
          </a:xfrm>
          <a:custGeom>
            <a:avLst/>
            <a:gdLst/>
            <a:ahLst/>
            <a:cxnLst/>
            <a:rect r="r" b="b" t="t" l="l"/>
            <a:pathLst>
              <a:path h="1709126" w="2334279">
                <a:moveTo>
                  <a:pt x="0" y="0"/>
                </a:moveTo>
                <a:lnTo>
                  <a:pt x="2334278" y="0"/>
                </a:lnTo>
                <a:lnTo>
                  <a:pt x="2334278" y="1709126"/>
                </a:lnTo>
                <a:lnTo>
                  <a:pt x="0" y="17091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53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26086" y="4288937"/>
            <a:ext cx="3819603" cy="1428256"/>
          </a:xfrm>
          <a:custGeom>
            <a:avLst/>
            <a:gdLst/>
            <a:ahLst/>
            <a:cxnLst/>
            <a:rect r="r" b="b" t="t" l="l"/>
            <a:pathLst>
              <a:path h="1428256" w="3819603">
                <a:moveTo>
                  <a:pt x="0" y="0"/>
                </a:moveTo>
                <a:lnTo>
                  <a:pt x="3819602" y="0"/>
                </a:lnTo>
                <a:lnTo>
                  <a:pt x="3819602" y="1428256"/>
                </a:lnTo>
                <a:lnTo>
                  <a:pt x="0" y="14282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98757" y="7020909"/>
            <a:ext cx="2823989" cy="1313990"/>
          </a:xfrm>
          <a:custGeom>
            <a:avLst/>
            <a:gdLst/>
            <a:ahLst/>
            <a:cxnLst/>
            <a:rect r="r" b="b" t="t" l="l"/>
            <a:pathLst>
              <a:path h="1313990" w="2823989">
                <a:moveTo>
                  <a:pt x="0" y="0"/>
                </a:moveTo>
                <a:lnTo>
                  <a:pt x="2823989" y="0"/>
                </a:lnTo>
                <a:lnTo>
                  <a:pt x="2823989" y="1313990"/>
                </a:lnTo>
                <a:lnTo>
                  <a:pt x="0" y="13139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15047" y="7020909"/>
            <a:ext cx="2794879" cy="1357094"/>
          </a:xfrm>
          <a:custGeom>
            <a:avLst/>
            <a:gdLst/>
            <a:ahLst/>
            <a:cxnLst/>
            <a:rect r="r" b="b" t="t" l="l"/>
            <a:pathLst>
              <a:path h="1357094" w="2794879">
                <a:moveTo>
                  <a:pt x="0" y="0"/>
                </a:moveTo>
                <a:lnTo>
                  <a:pt x="2794880" y="0"/>
                </a:lnTo>
                <a:lnTo>
                  <a:pt x="2794880" y="1357094"/>
                </a:lnTo>
                <a:lnTo>
                  <a:pt x="0" y="13570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976060" y="7211345"/>
            <a:ext cx="2769628" cy="1166658"/>
          </a:xfrm>
          <a:custGeom>
            <a:avLst/>
            <a:gdLst/>
            <a:ahLst/>
            <a:cxnLst/>
            <a:rect r="r" b="b" t="t" l="l"/>
            <a:pathLst>
              <a:path h="1166658" w="2769628">
                <a:moveTo>
                  <a:pt x="0" y="0"/>
                </a:moveTo>
                <a:lnTo>
                  <a:pt x="2769628" y="0"/>
                </a:lnTo>
                <a:lnTo>
                  <a:pt x="2769628" y="1166658"/>
                </a:lnTo>
                <a:lnTo>
                  <a:pt x="0" y="11666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58089" y="455923"/>
            <a:ext cx="11751837" cy="269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5"/>
              </a:lnSpc>
            </a:pPr>
            <a:r>
              <a:rPr lang="en-US" sz="5643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Data layer</a:t>
            </a:r>
          </a:p>
          <a:p>
            <a:pPr algn="l">
              <a:lnSpc>
                <a:spcPts val="5085"/>
              </a:lnSpc>
            </a:pPr>
          </a:p>
          <a:p>
            <a:pPr algn="l">
              <a:lnSpc>
                <a:spcPts val="5085"/>
              </a:lnSpc>
            </a:pPr>
          </a:p>
          <a:p>
            <a:pPr algn="l" marL="0" indent="0" lvl="0">
              <a:lnSpc>
                <a:spcPts val="50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47096" y="4568466"/>
            <a:ext cx="3725764" cy="4114800"/>
          </a:xfrm>
          <a:custGeom>
            <a:avLst/>
            <a:gdLst/>
            <a:ahLst/>
            <a:cxnLst/>
            <a:rect r="r" b="b" t="t" l="l"/>
            <a:pathLst>
              <a:path h="4114800" w="3725764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1439" y="4057874"/>
            <a:ext cx="11332762" cy="287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71"/>
              </a:lnSpc>
            </a:pPr>
            <a:r>
              <a:rPr lang="en-US" sz="1063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Compilare și rulare</a:t>
            </a:r>
          </a:p>
          <a:p>
            <a:pPr algn="ctr" marL="0" indent="0" lvl="0">
              <a:lnSpc>
                <a:spcPts val="11171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88933" y="2169368"/>
            <a:ext cx="2874126" cy="2602391"/>
          </a:xfrm>
          <a:custGeom>
            <a:avLst/>
            <a:gdLst/>
            <a:ahLst/>
            <a:cxnLst/>
            <a:rect r="r" b="b" t="t" l="l"/>
            <a:pathLst>
              <a:path h="2602391" w="2874126">
                <a:moveTo>
                  <a:pt x="0" y="0"/>
                </a:moveTo>
                <a:lnTo>
                  <a:pt x="2874126" y="0"/>
                </a:lnTo>
                <a:lnTo>
                  <a:pt x="2874126" y="2602391"/>
                </a:lnTo>
                <a:lnTo>
                  <a:pt x="0" y="2602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1848" y="1662597"/>
            <a:ext cx="7159374" cy="715937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09978" y="8831030"/>
            <a:ext cx="2209811" cy="22098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60418" y="1662597"/>
            <a:ext cx="5920700" cy="5438273"/>
          </a:xfrm>
          <a:custGeom>
            <a:avLst/>
            <a:gdLst/>
            <a:ahLst/>
            <a:cxnLst/>
            <a:rect r="r" b="b" t="t" l="l"/>
            <a:pathLst>
              <a:path h="5438273" w="5920700">
                <a:moveTo>
                  <a:pt x="0" y="0"/>
                </a:moveTo>
                <a:lnTo>
                  <a:pt x="5920701" y="0"/>
                </a:lnTo>
                <a:lnTo>
                  <a:pt x="5920701" y="5438272"/>
                </a:lnTo>
                <a:lnTo>
                  <a:pt x="0" y="5438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59538" y="2325203"/>
            <a:ext cx="8699611" cy="2917080"/>
          </a:xfrm>
          <a:custGeom>
            <a:avLst/>
            <a:gdLst/>
            <a:ahLst/>
            <a:cxnLst/>
            <a:rect r="r" b="b" t="t" l="l"/>
            <a:pathLst>
              <a:path h="2917080" w="8699611">
                <a:moveTo>
                  <a:pt x="0" y="0"/>
                </a:moveTo>
                <a:lnTo>
                  <a:pt x="8699611" y="0"/>
                </a:lnTo>
                <a:lnTo>
                  <a:pt x="8699611" y="2917081"/>
                </a:lnTo>
                <a:lnTo>
                  <a:pt x="0" y="2917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74981" y="612942"/>
            <a:ext cx="7812811" cy="104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79"/>
              </a:lnSpc>
              <a:spcBef>
                <a:spcPct val="0"/>
              </a:spcBef>
            </a:pPr>
            <a:r>
              <a:rPr lang="en-US" sz="7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Utilitare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DAG92UfjEVM</dc:identifier>
  <dcterms:modified xsi:type="dcterms:W3CDTF">2011-08-01T06:04:30Z</dcterms:modified>
  <cp:revision>1</cp:revision>
  <dc:title>Pastel Gradient Modern Computer Presentation</dc:title>
</cp:coreProperties>
</file>